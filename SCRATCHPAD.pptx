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76" y="-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E665B-CA33-A1F6-080F-A69830BAE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6EC734-BBD4-2DEE-C49B-D892D1775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5B17D-C749-F6D0-5088-F87769767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63BBC-FC95-4872-BCA1-01B39866F060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4954E-B38C-CD93-AE34-552FA210D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AA64A-26F5-7C9A-D0A0-DA85D7286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FEB03-AD98-4215-8BBF-2860D8FAE9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4332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02A31-BC47-2267-44FB-9CB52CDE1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CA30C-FF56-89E4-F7D8-1A673682F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51770-2582-52D8-1465-748FA8A2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63BBC-FC95-4872-BCA1-01B39866F060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26F34-D2F6-6873-CB40-2C9342C0D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45169-4BF7-6C8F-36EB-66D839620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FEB03-AD98-4215-8BBF-2860D8FAE9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374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B3B5D-0721-1FFA-1FAC-C824DC811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F9B3D-E394-0472-EE67-C697F6211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B8158-EAEC-0E87-B239-B387DCCA3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63BBC-FC95-4872-BCA1-01B39866F060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24668-6BA2-A0BC-438F-B3A881DA2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E49AE-F82B-779F-2096-6D176750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FEB03-AD98-4215-8BBF-2860D8FAE9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2383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218E7-2F1A-C692-A824-3B434FA53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FDFB1-F87A-1786-D733-921525AE7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CC784E-5E9C-634B-17D7-084ACE817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DC305-DA16-AFAE-6419-8CF59AFC6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63BBC-FC95-4872-BCA1-01B39866F060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4FBC9-2459-54E7-8BB3-4FCAF1066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3A317-356F-3C38-BCAD-C98311FB4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FEB03-AD98-4215-8BBF-2860D8FAE9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4510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D8841-594B-06CA-F766-60F2E6ED4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915F1-F69B-2A00-268B-4D0858187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8A910-8CBC-7BFD-7382-41D1AB1BA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522F8A-2500-B101-5D27-F5516E9B71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D1B3E4-51D3-FCCC-FE2E-E1DD3EBD35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2B44F7-C595-F353-83DF-8ED62682D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63BBC-FC95-4872-BCA1-01B39866F060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331DA-3740-A7E4-6F96-BE5E06963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087D4A-53F1-C664-D794-085C7B033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FEB03-AD98-4215-8BBF-2860D8FAE9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8594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5AAC9-15BD-E051-592C-826521425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AB4BC-83BB-DA1E-29D9-44CF1F21A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63BBC-FC95-4872-BCA1-01B39866F060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AE95FA-8185-C2DD-2749-DCD4E03BC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FCF66-2D9C-5788-90B1-8517B24B2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FEB03-AD98-4215-8BBF-2860D8FAE9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3393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A460C3-3652-8411-7E5A-E7581B42D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63BBC-FC95-4872-BCA1-01B39866F060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58E9D7-A85D-D142-1935-39CFC7EA7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63E7F-B3F5-0161-FA55-5995A2E6B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FEB03-AD98-4215-8BBF-2860D8FAE9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7395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F7ADC-E549-2594-AE94-DA433AE3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1D1CB-87B0-15BB-16D5-1B2F07D2A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8A6076-3C50-C6D0-98F2-5A5DEF17B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15CED-81C1-B5B3-A4C9-CB53B5C5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63BBC-FC95-4872-BCA1-01B39866F060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3937B-9614-22F6-805B-443FD917F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3C235-655A-F718-5AF3-FE1F3ACC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FEB03-AD98-4215-8BBF-2860D8FAE9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829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A231B-102D-1C0B-474B-B952CDE77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285D66-CE0E-9E13-4B41-FB4F4A85AC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A2379-B388-BC79-310F-595823ADB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3E8E0-74E8-B2B0-C5EB-9B547B29D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63BBC-FC95-4872-BCA1-01B39866F060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27A2C5-92B6-DF69-2A55-C21565337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41C6B-E3CB-18F5-92CA-81ED3A5B9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FEB03-AD98-4215-8BBF-2860D8FAE9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114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D9A4-4A9D-4044-F040-9C1C2E1F7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7845F2-9655-D7BD-41C9-78C278FD5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F462F-53DA-7335-7A72-53CE552C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63BBC-FC95-4872-BCA1-01B39866F060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CB06D-40AB-B0F4-3C1A-ED84D913F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3DF76-5C03-D97B-D4C6-5CE54892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FEB03-AD98-4215-8BBF-2860D8FAE9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0145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F6FF93-5C92-7CA6-AB38-F66536A2BC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D2778B-59C4-0596-5B14-F76A9DC4BE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3EA4D-3B4E-BD95-D587-5D9527B66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63BBC-FC95-4872-BCA1-01B39866F060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5C4B1-CB49-F820-EA4D-9B6A6AC21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31F1F-0FEC-BB0A-B10F-DA725FAD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FEB03-AD98-4215-8BBF-2860D8FAE9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10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B068F7-47C5-0E1B-66BD-63DA18F50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1D364-F642-E142-9DC6-7CCCF3EF4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ECFFD-3DDD-7F21-BA43-201A04886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63BBC-FC95-4872-BCA1-01B39866F060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4B07F-C18B-8C3C-B469-DE85F28ED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2DB87-3C51-F27E-8FD5-371F46DBB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BFEB03-AD98-4215-8BBF-2860D8FAE9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1576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C3509C-70E5-AE8D-D2C7-4128BD6038E4}"/>
              </a:ext>
            </a:extLst>
          </p:cNvPr>
          <p:cNvSpPr txBox="1"/>
          <p:nvPr/>
        </p:nvSpPr>
        <p:spPr>
          <a:xfrm>
            <a:off x="261477" y="3244334"/>
            <a:ext cx="11759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Website / blog Scratchpad</a:t>
            </a:r>
          </a:p>
        </p:txBody>
      </p:sp>
    </p:spTree>
    <p:extLst>
      <p:ext uri="{BB962C8B-B14F-4D97-AF65-F5344CB8AC3E}">
        <p14:creationId xmlns:p14="http://schemas.microsoft.com/office/powerpoint/2010/main" val="4207322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066D85-ACDB-B6A0-B507-8845A13AC5A2}"/>
              </a:ext>
            </a:extLst>
          </p:cNvPr>
          <p:cNvSpPr txBox="1"/>
          <p:nvPr/>
        </p:nvSpPr>
        <p:spPr>
          <a:xfrm>
            <a:off x="0" y="0"/>
            <a:ext cx="388374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Home / landing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6854BE-3208-3D20-C2C0-C8FECF9F03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63" t="7075"/>
          <a:stretch>
            <a:fillRect/>
          </a:stretch>
        </p:blipFill>
        <p:spPr>
          <a:xfrm>
            <a:off x="2408903" y="1444041"/>
            <a:ext cx="9783097" cy="449124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7EF7F9-FE03-575F-833B-60A971AD58C7}"/>
              </a:ext>
            </a:extLst>
          </p:cNvPr>
          <p:cNvSpPr/>
          <p:nvPr/>
        </p:nvSpPr>
        <p:spPr>
          <a:xfrm>
            <a:off x="39326" y="1906156"/>
            <a:ext cx="2300749" cy="16752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A" sz="1200" dirty="0">
                <a:solidFill>
                  <a:schemeClr val="tx1"/>
                </a:solidFill>
              </a:rPr>
              <a:t>Sweet Wheat Bakery</a:t>
            </a:r>
            <a:br>
              <a:rPr lang="en-CA" sz="1200" dirty="0">
                <a:solidFill>
                  <a:schemeClr val="tx1"/>
                </a:solidFill>
              </a:rPr>
            </a:b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261DF1-B329-8943-7340-872862EC45FE}"/>
              </a:ext>
            </a:extLst>
          </p:cNvPr>
          <p:cNvSpPr txBox="1"/>
          <p:nvPr/>
        </p:nvSpPr>
        <p:spPr>
          <a:xfrm>
            <a:off x="186811" y="1444041"/>
            <a:ext cx="2005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Featured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233063-17C1-860E-7498-4CB326A219A2}"/>
              </a:ext>
            </a:extLst>
          </p:cNvPr>
          <p:cNvSpPr txBox="1"/>
          <p:nvPr/>
        </p:nvSpPr>
        <p:spPr>
          <a:xfrm>
            <a:off x="2408903" y="1024301"/>
            <a:ext cx="180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Filter by: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BACE3A7-10A3-F251-3EBE-D215398580FA}"/>
              </a:ext>
            </a:extLst>
          </p:cNvPr>
          <p:cNvSpPr/>
          <p:nvPr/>
        </p:nvSpPr>
        <p:spPr>
          <a:xfrm>
            <a:off x="4342786" y="1024301"/>
            <a:ext cx="1924664" cy="3693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Location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2BB9BE7-15F2-DC3D-E88F-599CCB329E46}"/>
              </a:ext>
            </a:extLst>
          </p:cNvPr>
          <p:cNvSpPr/>
          <p:nvPr/>
        </p:nvSpPr>
        <p:spPr>
          <a:xfrm>
            <a:off x="6400186" y="1024301"/>
            <a:ext cx="1924665" cy="3693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Rating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1105D4A-8515-8E47-8424-ABDCE78A82A9}"/>
              </a:ext>
            </a:extLst>
          </p:cNvPr>
          <p:cNvSpPr/>
          <p:nvPr/>
        </p:nvSpPr>
        <p:spPr>
          <a:xfrm>
            <a:off x="10001250" y="1024301"/>
            <a:ext cx="2082596" cy="3693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* Draw boundary</a:t>
            </a:r>
          </a:p>
        </p:txBody>
      </p:sp>
      <p:sp>
        <p:nvSpPr>
          <p:cNvPr id="15" name="AutoShape 2" descr="Image">
            <a:extLst>
              <a:ext uri="{FF2B5EF4-FFF2-40B4-BE49-F238E27FC236}">
                <a16:creationId xmlns:a16="http://schemas.microsoft.com/office/drawing/2014/main" id="{69B4D80B-82EB-1A8D-1FCC-90FACA4D70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B9221D6-17D4-4782-335B-D435F5D9E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0" y="2332159"/>
            <a:ext cx="1264725" cy="1096841"/>
          </a:xfrm>
          <a:prstGeom prst="rect">
            <a:avLst/>
          </a:prstGeom>
        </p:spPr>
      </p:pic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B792AE53-3C0D-D00E-92EB-0861F4E0097B}"/>
              </a:ext>
            </a:extLst>
          </p:cNvPr>
          <p:cNvSpPr/>
          <p:nvPr/>
        </p:nvSpPr>
        <p:spPr>
          <a:xfrm>
            <a:off x="1520364" y="3235873"/>
            <a:ext cx="265471" cy="259933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B7F3AA7D-2F15-8E99-11F4-D715CAB247E5}"/>
              </a:ext>
            </a:extLst>
          </p:cNvPr>
          <p:cNvSpPr/>
          <p:nvPr/>
        </p:nvSpPr>
        <p:spPr>
          <a:xfrm>
            <a:off x="1799302" y="3234127"/>
            <a:ext cx="265471" cy="259933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6933C71E-C4FC-5FE8-2498-ABF67BD9D2C1}"/>
              </a:ext>
            </a:extLst>
          </p:cNvPr>
          <p:cNvSpPr/>
          <p:nvPr/>
        </p:nvSpPr>
        <p:spPr>
          <a:xfrm>
            <a:off x="2074604" y="3234127"/>
            <a:ext cx="265471" cy="259933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A62B37AD-AA44-B49E-2C8E-2F62902977AA}"/>
              </a:ext>
            </a:extLst>
          </p:cNvPr>
          <p:cNvSpPr/>
          <p:nvPr/>
        </p:nvSpPr>
        <p:spPr>
          <a:xfrm>
            <a:off x="1520364" y="2889828"/>
            <a:ext cx="265471" cy="259933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17C2D121-F43B-2C23-8B1D-4F20439AFBBA}"/>
              </a:ext>
            </a:extLst>
          </p:cNvPr>
          <p:cNvSpPr/>
          <p:nvPr/>
        </p:nvSpPr>
        <p:spPr>
          <a:xfrm>
            <a:off x="1533831" y="2535366"/>
            <a:ext cx="265471" cy="259933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EA128486-A48A-B11F-8738-886495D24144}"/>
              </a:ext>
            </a:extLst>
          </p:cNvPr>
          <p:cNvSpPr/>
          <p:nvPr/>
        </p:nvSpPr>
        <p:spPr>
          <a:xfrm>
            <a:off x="1812769" y="2533620"/>
            <a:ext cx="265471" cy="259933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18A6EE3-B8A5-B699-578D-041B6BFC3548}"/>
              </a:ext>
            </a:extLst>
          </p:cNvPr>
          <p:cNvSpPr/>
          <p:nvPr/>
        </p:nvSpPr>
        <p:spPr>
          <a:xfrm>
            <a:off x="6181725" y="4339242"/>
            <a:ext cx="85725" cy="8572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052FDB9-A9E8-4781-4CD9-0F9901ABED4B}"/>
              </a:ext>
            </a:extLst>
          </p:cNvPr>
          <p:cNvSpPr/>
          <p:nvPr/>
        </p:nvSpPr>
        <p:spPr>
          <a:xfrm>
            <a:off x="6848168" y="5328234"/>
            <a:ext cx="85725" cy="8572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95C86BC-177F-51A4-F073-3417983436EC}"/>
              </a:ext>
            </a:extLst>
          </p:cNvPr>
          <p:cNvSpPr/>
          <p:nvPr/>
        </p:nvSpPr>
        <p:spPr>
          <a:xfrm>
            <a:off x="5522195" y="3064036"/>
            <a:ext cx="85725" cy="8572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BB5D343-CE81-09BE-3816-FEA10578DE0A}"/>
              </a:ext>
            </a:extLst>
          </p:cNvPr>
          <p:cNvSpPr/>
          <p:nvPr/>
        </p:nvSpPr>
        <p:spPr>
          <a:xfrm>
            <a:off x="6891030" y="2148492"/>
            <a:ext cx="85725" cy="8572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5D4D0C1-7389-1051-119E-FAFA96B91839}"/>
              </a:ext>
            </a:extLst>
          </p:cNvPr>
          <p:cNvSpPr/>
          <p:nvPr/>
        </p:nvSpPr>
        <p:spPr>
          <a:xfrm>
            <a:off x="6181724" y="3631808"/>
            <a:ext cx="85725" cy="8572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BC03A60-537A-D749-C9E3-9E72D158C871}"/>
              </a:ext>
            </a:extLst>
          </p:cNvPr>
          <p:cNvSpPr/>
          <p:nvPr/>
        </p:nvSpPr>
        <p:spPr>
          <a:xfrm>
            <a:off x="6672570" y="3674670"/>
            <a:ext cx="85725" cy="8572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33E0CEB-8237-3BFA-4A89-6EBF8DB09EF2}"/>
              </a:ext>
            </a:extLst>
          </p:cNvPr>
          <p:cNvSpPr/>
          <p:nvPr/>
        </p:nvSpPr>
        <p:spPr>
          <a:xfrm>
            <a:off x="6053137" y="5285371"/>
            <a:ext cx="85725" cy="8572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34A70DA-CF6D-3FE0-3D06-3BC89D0833F8}"/>
              </a:ext>
            </a:extLst>
          </p:cNvPr>
          <p:cNvSpPr/>
          <p:nvPr/>
        </p:nvSpPr>
        <p:spPr>
          <a:xfrm>
            <a:off x="3840879" y="2577861"/>
            <a:ext cx="85725" cy="8572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58FFD2C-6643-8A6C-3C2E-04548747C4B9}"/>
              </a:ext>
            </a:extLst>
          </p:cNvPr>
          <p:cNvSpPr/>
          <p:nvPr/>
        </p:nvSpPr>
        <p:spPr>
          <a:xfrm>
            <a:off x="39326" y="3652990"/>
            <a:ext cx="2300749" cy="16752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A" sz="1200" dirty="0">
                <a:solidFill>
                  <a:schemeClr val="tx1"/>
                </a:solidFill>
              </a:rPr>
              <a:t>Sweet Wheat Bakery</a:t>
            </a:r>
            <a:br>
              <a:rPr lang="en-CA" sz="1200" dirty="0">
                <a:solidFill>
                  <a:schemeClr val="tx1"/>
                </a:solidFill>
              </a:rPr>
            </a:br>
            <a:endParaRPr lang="en-CA" sz="1200" dirty="0">
              <a:solidFill>
                <a:schemeClr val="tx1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F2CFCEE-6F4B-B85D-34EA-863A4F5C9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0" y="4078993"/>
            <a:ext cx="1264725" cy="1096841"/>
          </a:xfrm>
          <a:prstGeom prst="rect">
            <a:avLst/>
          </a:prstGeom>
        </p:spPr>
      </p:pic>
      <p:sp>
        <p:nvSpPr>
          <p:cNvPr id="38" name="Star: 5 Points 37">
            <a:extLst>
              <a:ext uri="{FF2B5EF4-FFF2-40B4-BE49-F238E27FC236}">
                <a16:creationId xmlns:a16="http://schemas.microsoft.com/office/drawing/2014/main" id="{8CBB9A68-FDAB-66E1-1D89-A23253F6446A}"/>
              </a:ext>
            </a:extLst>
          </p:cNvPr>
          <p:cNvSpPr/>
          <p:nvPr/>
        </p:nvSpPr>
        <p:spPr>
          <a:xfrm>
            <a:off x="1520364" y="4982707"/>
            <a:ext cx="265471" cy="259933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4EF5A5D3-ECD0-689D-BEB5-9485E0C99F7B}"/>
              </a:ext>
            </a:extLst>
          </p:cNvPr>
          <p:cNvSpPr/>
          <p:nvPr/>
        </p:nvSpPr>
        <p:spPr>
          <a:xfrm>
            <a:off x="1799302" y="4980961"/>
            <a:ext cx="265471" cy="259933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0" name="Star: 5 Points 39">
            <a:extLst>
              <a:ext uri="{FF2B5EF4-FFF2-40B4-BE49-F238E27FC236}">
                <a16:creationId xmlns:a16="http://schemas.microsoft.com/office/drawing/2014/main" id="{B79F11A3-CF26-6FDA-0FAD-105FF11E5571}"/>
              </a:ext>
            </a:extLst>
          </p:cNvPr>
          <p:cNvSpPr/>
          <p:nvPr/>
        </p:nvSpPr>
        <p:spPr>
          <a:xfrm>
            <a:off x="2074604" y="4980961"/>
            <a:ext cx="265471" cy="259933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1" name="Star: 5 Points 40">
            <a:extLst>
              <a:ext uri="{FF2B5EF4-FFF2-40B4-BE49-F238E27FC236}">
                <a16:creationId xmlns:a16="http://schemas.microsoft.com/office/drawing/2014/main" id="{87098E94-41CE-9EA8-C8F5-8BBE12EDBBA6}"/>
              </a:ext>
            </a:extLst>
          </p:cNvPr>
          <p:cNvSpPr/>
          <p:nvPr/>
        </p:nvSpPr>
        <p:spPr>
          <a:xfrm>
            <a:off x="1520364" y="4636662"/>
            <a:ext cx="265471" cy="259933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2" name="Star: 5 Points 41">
            <a:extLst>
              <a:ext uri="{FF2B5EF4-FFF2-40B4-BE49-F238E27FC236}">
                <a16:creationId xmlns:a16="http://schemas.microsoft.com/office/drawing/2014/main" id="{D9F50885-C3FE-9A51-2084-A23661466C76}"/>
              </a:ext>
            </a:extLst>
          </p:cNvPr>
          <p:cNvSpPr/>
          <p:nvPr/>
        </p:nvSpPr>
        <p:spPr>
          <a:xfrm>
            <a:off x="1533831" y="4282200"/>
            <a:ext cx="265471" cy="259933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FD0A0B39-55D6-9DB4-B0FD-D743604BF09B}"/>
              </a:ext>
            </a:extLst>
          </p:cNvPr>
          <p:cNvSpPr/>
          <p:nvPr/>
        </p:nvSpPr>
        <p:spPr>
          <a:xfrm>
            <a:off x="1812769" y="4280454"/>
            <a:ext cx="265471" cy="259933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2520B77B-1B30-0B39-D818-B21A6ABCDA37}"/>
              </a:ext>
            </a:extLst>
          </p:cNvPr>
          <p:cNvSpPr/>
          <p:nvPr/>
        </p:nvSpPr>
        <p:spPr>
          <a:xfrm flipV="1">
            <a:off x="5965785" y="1136418"/>
            <a:ext cx="168313" cy="145097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BA52DE53-B07F-B2FC-5BF3-1A284E9A3064}"/>
              </a:ext>
            </a:extLst>
          </p:cNvPr>
          <p:cNvSpPr/>
          <p:nvPr/>
        </p:nvSpPr>
        <p:spPr>
          <a:xfrm flipV="1">
            <a:off x="8089860" y="1136418"/>
            <a:ext cx="168313" cy="145097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C387AC0-2A82-F964-1B94-7C389FC8DADC}"/>
              </a:ext>
            </a:extLst>
          </p:cNvPr>
          <p:cNvSpPr/>
          <p:nvPr/>
        </p:nvSpPr>
        <p:spPr>
          <a:xfrm>
            <a:off x="4475522" y="1393633"/>
            <a:ext cx="1438275" cy="369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California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3CBB8F2-353B-1F65-1577-ECD02C1D9FB7}"/>
              </a:ext>
            </a:extLst>
          </p:cNvPr>
          <p:cNvSpPr/>
          <p:nvPr/>
        </p:nvSpPr>
        <p:spPr>
          <a:xfrm>
            <a:off x="4663715" y="1772554"/>
            <a:ext cx="1736471" cy="369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San Francisco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36E8815-2BF1-F42F-F5C7-70694FA2B0B4}"/>
              </a:ext>
            </a:extLst>
          </p:cNvPr>
          <p:cNvSpPr/>
          <p:nvPr/>
        </p:nvSpPr>
        <p:spPr>
          <a:xfrm>
            <a:off x="4663715" y="2166034"/>
            <a:ext cx="1518009" cy="369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Los Angeles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4871FB4-9B67-33B0-619A-F9EDEE0B8324}"/>
              </a:ext>
            </a:extLst>
          </p:cNvPr>
          <p:cNvSpPr/>
          <p:nvPr/>
        </p:nvSpPr>
        <p:spPr>
          <a:xfrm>
            <a:off x="4848915" y="2545657"/>
            <a:ext cx="1518009" cy="369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South Bay</a:t>
            </a:r>
          </a:p>
        </p:txBody>
      </p:sp>
    </p:spTree>
    <p:extLst>
      <p:ext uri="{BB962C8B-B14F-4D97-AF65-F5344CB8AC3E}">
        <p14:creationId xmlns:p14="http://schemas.microsoft.com/office/powerpoint/2010/main" val="2280646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10B33-A37D-2B66-DCD8-26DDE4618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AA43C5-609D-2AB5-53BE-4CD5140AC426}"/>
              </a:ext>
            </a:extLst>
          </p:cNvPr>
          <p:cNvSpPr txBox="1"/>
          <p:nvPr/>
        </p:nvSpPr>
        <p:spPr>
          <a:xfrm>
            <a:off x="0" y="0"/>
            <a:ext cx="44958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Review page // when a place is clicked 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4FF3C1-DD45-52B3-84C1-9B6AD0F6C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826" y="3705225"/>
            <a:ext cx="3059524" cy="265339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41761F6-B3D4-630C-2532-5EE50C1B215A}"/>
              </a:ext>
            </a:extLst>
          </p:cNvPr>
          <p:cNvSpPr/>
          <p:nvPr/>
        </p:nvSpPr>
        <p:spPr>
          <a:xfrm>
            <a:off x="1171575" y="726043"/>
            <a:ext cx="9401175" cy="57890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B9B4A7-1357-7DC8-1FD3-0BFAAE481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826" y="1260426"/>
            <a:ext cx="3094977" cy="22664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88D739-F912-D344-ECF1-1F2CE7A3808C}"/>
              </a:ext>
            </a:extLst>
          </p:cNvPr>
          <p:cNvSpPr txBox="1"/>
          <p:nvPr/>
        </p:nvSpPr>
        <p:spPr>
          <a:xfrm>
            <a:off x="1762124" y="801916"/>
            <a:ext cx="804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Sweet Wheat Bakery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A7C78E-8CF1-6951-E32C-EA0259FC9E3A}"/>
              </a:ext>
            </a:extLst>
          </p:cNvPr>
          <p:cNvSpPr txBox="1"/>
          <p:nvPr/>
        </p:nvSpPr>
        <p:spPr>
          <a:xfrm>
            <a:off x="1200151" y="1349604"/>
            <a:ext cx="61606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endParaRPr lang="en-CA" sz="1400" dirty="0"/>
          </a:p>
          <a:p>
            <a:endParaRPr lang="en-CA" sz="1400" dirty="0"/>
          </a:p>
          <a:p>
            <a:r>
              <a:rPr lang="en-CA" sz="1400" dirty="0"/>
              <a:t>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endParaRPr lang="en-CA" sz="1400" dirty="0"/>
          </a:p>
          <a:p>
            <a:r>
              <a:rPr lang="en-CA" sz="1400" dirty="0"/>
              <a:t>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endParaRPr lang="en-CA" sz="1400" dirty="0"/>
          </a:p>
          <a:p>
            <a:r>
              <a:rPr lang="en-CA" sz="1400" dirty="0"/>
              <a:t>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endParaRPr lang="en-CA" sz="1400" dirty="0"/>
          </a:p>
          <a:p>
            <a:endParaRPr lang="en-CA" sz="1400" dirty="0"/>
          </a:p>
          <a:p>
            <a:r>
              <a:rPr lang="en-CA" sz="1400" dirty="0"/>
              <a:t>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endParaRPr lang="en-CA" sz="1400" dirty="0"/>
          </a:p>
          <a:p>
            <a:r>
              <a:rPr lang="en-CA" sz="1400" dirty="0"/>
              <a:t>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endParaRPr lang="en-CA" sz="1400" dirty="0"/>
          </a:p>
          <a:p>
            <a:endParaRPr lang="en-CA" sz="1400" dirty="0"/>
          </a:p>
          <a:p>
            <a:r>
              <a:rPr lang="en-CA" sz="1400" dirty="0"/>
              <a:t>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endParaRPr lang="en-CA" sz="1400" dirty="0"/>
          </a:p>
          <a:p>
            <a:r>
              <a:rPr lang="en-CA" sz="1400" dirty="0"/>
              <a:t>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endParaRPr lang="en-CA" sz="1400" dirty="0"/>
          </a:p>
          <a:p>
            <a:r>
              <a:rPr lang="en-CA" sz="1400" dirty="0"/>
              <a:t>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r>
              <a:rPr lang="en-CA" sz="1400" dirty="0"/>
              <a:t> Description // </a:t>
            </a:r>
            <a:r>
              <a:rPr lang="en-CA" sz="1400" dirty="0" err="1"/>
              <a:t>etc</a:t>
            </a:r>
            <a:endParaRPr lang="en-CA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5BA068-B725-28F9-B948-C3E46274B8FE}"/>
              </a:ext>
            </a:extLst>
          </p:cNvPr>
          <p:cNvSpPr txBox="1"/>
          <p:nvPr/>
        </p:nvSpPr>
        <p:spPr>
          <a:xfrm>
            <a:off x="1628775" y="4416368"/>
            <a:ext cx="530342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u="sng" dirty="0"/>
              <a:t>Scores</a:t>
            </a:r>
          </a:p>
          <a:p>
            <a:r>
              <a:rPr lang="en-CA" sz="1400" dirty="0"/>
              <a:t>Coffee</a:t>
            </a:r>
          </a:p>
          <a:p>
            <a:r>
              <a:rPr lang="en-CA" sz="1400" dirty="0"/>
              <a:t>Pastries / Bakery Items</a:t>
            </a:r>
          </a:p>
          <a:p>
            <a:r>
              <a:rPr lang="en-CA" sz="1400" dirty="0"/>
              <a:t>Atmosphere</a:t>
            </a:r>
          </a:p>
          <a:p>
            <a:r>
              <a:rPr lang="en-CA" sz="1400" b="1" dirty="0"/>
              <a:t>Overall</a:t>
            </a:r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3B8BADA8-F71B-AD3F-2084-354380BEE5E9}"/>
              </a:ext>
            </a:extLst>
          </p:cNvPr>
          <p:cNvSpPr/>
          <p:nvPr/>
        </p:nvSpPr>
        <p:spPr>
          <a:xfrm>
            <a:off x="3808720" y="5414098"/>
            <a:ext cx="265471" cy="259933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45CDCA40-2D72-5F49-FC02-B46C74F29639}"/>
              </a:ext>
            </a:extLst>
          </p:cNvPr>
          <p:cNvSpPr/>
          <p:nvPr/>
        </p:nvSpPr>
        <p:spPr>
          <a:xfrm>
            <a:off x="4087658" y="5412352"/>
            <a:ext cx="265471" cy="259933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83D936A1-4238-803F-D3CB-4E808C956FF4}"/>
              </a:ext>
            </a:extLst>
          </p:cNvPr>
          <p:cNvSpPr/>
          <p:nvPr/>
        </p:nvSpPr>
        <p:spPr>
          <a:xfrm>
            <a:off x="4362960" y="5412352"/>
            <a:ext cx="265471" cy="259933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DBA950B6-DF78-1401-841F-411B96EB2420}"/>
              </a:ext>
            </a:extLst>
          </p:cNvPr>
          <p:cNvSpPr/>
          <p:nvPr/>
        </p:nvSpPr>
        <p:spPr>
          <a:xfrm>
            <a:off x="3808720" y="5068053"/>
            <a:ext cx="265471" cy="259933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463FF341-33BE-1F38-6A17-6F01CF8AECA5}"/>
              </a:ext>
            </a:extLst>
          </p:cNvPr>
          <p:cNvSpPr/>
          <p:nvPr/>
        </p:nvSpPr>
        <p:spPr>
          <a:xfrm>
            <a:off x="3822187" y="4713591"/>
            <a:ext cx="265471" cy="259933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7DC28CDD-985F-7A9C-B5BC-DBA307C639B9}"/>
              </a:ext>
            </a:extLst>
          </p:cNvPr>
          <p:cNvSpPr/>
          <p:nvPr/>
        </p:nvSpPr>
        <p:spPr>
          <a:xfrm>
            <a:off x="4101125" y="4711845"/>
            <a:ext cx="265471" cy="259933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0311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148</Words>
  <Application>Microsoft Office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Logan Palmer</dc:creator>
  <cp:lastModifiedBy>Logan Palmer</cp:lastModifiedBy>
  <cp:revision>1</cp:revision>
  <dcterms:created xsi:type="dcterms:W3CDTF">2026-02-28T16:49:41Z</dcterms:created>
  <dcterms:modified xsi:type="dcterms:W3CDTF">2026-02-28T17:03:58Z</dcterms:modified>
</cp:coreProperties>
</file>